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次点击后：方块移到中间停住。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方块继续右移；翻页处不应跳动或闪烁。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方块上移后停住；回到上一页会重放上一页动效。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-1.mp4"/><Relationship Id="rId2" Type="http://schemas.microsoft.com/office/2007/relationships/media" Target="../media/media-1-1.mp4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接缝测试</dc:title>
  <dc:subject>PptxGenJS Presentation</dc:subject>
  <dc:creator>PptxGenJS</dc:creator>
  <cp:lastModifiedBy>PptxGenJS</cp:lastModifiedBy>
  <cp:revision>1</cp:revision>
  <dcterms:created xsi:type="dcterms:W3CDTF">2026-10-03T13:25:05Z</dcterms:created>
  <dcterms:modified xsi:type="dcterms:W3CDTF">2026-10-03T13:25:05Z</dcterms:modified>
</cp:coreProperties>
</file>